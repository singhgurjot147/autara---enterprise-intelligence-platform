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23960" y="-457200"/>
            <a:ext cx="4023360" cy="402336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4080" y="3794760"/>
            <a:ext cx="2834640" cy="2834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914400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7498079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Artificial Intelligence: Transforming Business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6858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B7B2C5"/>
                </a:solidFill>
                <a:latin typeface="Aptos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A855F7"/>
                </a:solidFill>
                <a:latin typeface="Aptos"/>
              </a:rPr>
              <a:t>AI-GENERATED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Evolution of AI in the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45720" cy="1819655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Deep learning breakthroughs reduced image classification error below 5% by 2020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76856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Cloud AI services scaled compute power, cutting infrastructure costs by up to 40%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54096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26664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Adoption of AI platforms grew from 12% to 57% of Fortune 500 firms in five years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Core AI Concepts for Business Leaders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45720" cy="25694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Machine learning models learn patterns from data to predict future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76856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Neural networks mimic brain connections, enabling image and speech recognition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54096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26664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Natural language processing extracts meaning from text, powering chatbots and sentiment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03904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039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76472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Reinforcement learning optimizes sequential decisions, useful for logistics and dynamic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AI Technologies and Infrastructure Enabling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783080"/>
            <a:ext cx="45720" cy="25694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27048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GPU and TPU accelerators provide teraflop performance for deep model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04288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76856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MLOps pipelines automate data versioning, model deployment, and continuous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054096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540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26664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Edge AI devices process data locally, reducing latency for real‑time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03904"/>
            <a:ext cx="502920" cy="50292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0390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76472"/>
            <a:ext cx="9372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Pre‑trained foundation models can be fine‑tuned for domain‑specific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Business Impact: Revenue, Efficiency, and Customer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5266944" cy="2057400"/>
          </a:xfrm>
          <a:prstGeom prst="roundRect">
            <a:avLst/>
          </a:prstGeom>
          <a:solidFill>
            <a:srgbClr val="17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68580" cy="2057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82496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71830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Predictive maintenance lowered equipment downtime by 30% for manufacturing 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481328"/>
            <a:ext cx="5266944" cy="2057400"/>
          </a:xfrm>
          <a:prstGeom prst="roundRect">
            <a:avLst/>
          </a:prstGeom>
          <a:solidFill>
            <a:srgbClr val="17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8776" y="1481328"/>
            <a:ext cx="68580" cy="2057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682496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167128"/>
            <a:ext cx="471830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AI‑driven recommendation engines increased average order value by 12% in e‑commerce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266944" cy="2057400"/>
          </a:xfrm>
          <a:prstGeom prst="roundRect">
            <a:avLst/>
          </a:prstGeom>
          <a:solidFill>
            <a:srgbClr val="17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68580" cy="2057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99592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1830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Chatbot automation resolved 70% of support tickets without human intervention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3794760"/>
            <a:ext cx="5266944" cy="2057400"/>
          </a:xfrm>
          <a:prstGeom prst="roundRect">
            <a:avLst/>
          </a:prstGeom>
          <a:solidFill>
            <a:srgbClr val="171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3794760"/>
            <a:ext cx="68580" cy="2057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995928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480560"/>
            <a:ext cx="471830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Fraud detection models cut false‑positive rates by 45%, saving financial institutions millions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Challenges and Roadmap for Sustainable AI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68580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7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Data privacy regulations require transparent model governance and audit trails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6499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55448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2029967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Talent shortage forces companies to invest in upskilling and strategic partnerships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36499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A855F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78808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Bias mitigation techniques must be embedded throughout model lifecycle to ensure fairness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1383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370332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4178808"/>
            <a:ext cx="48920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Roadmap: pilot projects, scale successful use cases, embed AI governance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5513831"/>
            <a:ext cx="4754880" cy="32004"/>
          </a:xfrm>
          <a:prstGeom prst="rect">
            <a:avLst/>
          </a:prstGeom>
          <a:solidFill>
            <a:srgbClr val="21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7B2C5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