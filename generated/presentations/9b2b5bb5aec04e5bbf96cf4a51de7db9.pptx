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trillion USD / percent</c:v>
                </c:pt>
              </c:strCache>
            </c:strRef>
          </c:tx>
          <c:spPr>
            <a:solidFill>
              <a:srgbClr val="2551D9"/>
            </a:solidFill>
          </c:spPr>
          <c:cat>
            <c:strRef>
              <c:f>Sheet1!$A$2:$A$4</c:f>
              <c:strCache>
                <c:ptCount val="3"/>
                <c:pt idx="0">
                  <c:v>Global GDP Contribution by 2030</c:v>
                </c:pt>
                <c:pt idx="1">
                  <c:v>Productivity Increase from AI Adoption</c:v>
                </c:pt>
                <c:pt idx="2">
                  <c:v>Consumers Using AI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15.7</c:v>
                </c:pt>
                <c:pt idx="1">
                  <c:v>40.0</c:v>
                </c:pt>
                <c:pt idx="2">
                  <c:v>77.0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our presentation on artificial intelligence and its transformative impact on business. Today we will explore how AI is reshaping industries, driving economic growth, and redefining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witnessing a fundamental shift in how businesses operate. AI is no longer a futuristic concept but a present-day reality that demands strategic attention from every leadership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figures underscore the massive economic stakes. Organizations that delay AI integration risk falling behind competitors who leverage these efficiencies to capture market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contrast is stark. Companies that embrace AI transformation move from reactive, cost-heavy operations to agile, data-driven enterprises that anticipate market needs and deliver superior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statistics and claims presented in this deck are sourced from reputable industry research and market analysis reports available for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5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728655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 i="0">
                <a:solidFill>
                  <a:srgbClr val="171B21"/>
                </a:solidFill>
                <a:latin typeface="Calibri"/>
              </a:rPr>
              <a:t>Artificial Intelligence: Transforming Business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5B6472"/>
                </a:solidFill>
                <a:latin typeface="Calibri"/>
              </a:rPr>
              <a:t>Navigating the Future of Intelligent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The AI Revolution</a:t>
            </a:r>
          </a:p>
          <a:p>
            <a:pPr>
              <a:spcBef>
                <a:spcPts val="1000"/>
              </a:spcBef>
            </a:pPr>
            <a:r>
              <a:rPr sz="1700" b="0" i="0">
                <a:solidFill>
                  <a:srgbClr val="F2F4F8"/>
                </a:solidFill>
                <a:latin typeface="Calibri"/>
              </a:rPr>
              <a:t>Understanding the Current Landscape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AI's Economic Impact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554480"/>
          <a:ext cx="1118585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5B6472"/>
                </a:solidFill>
                <a:latin typeface="Calibri"/>
              </a:rPr>
              <a:t>Unit: trillion USD / percent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Artificial Intelligence: Transforming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03 /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AI Adoption: Before vs.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54480"/>
            <a:ext cx="5432907" cy="47548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5B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9757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5B6472"/>
                </a:solidFill>
                <a:latin typeface="Calibri"/>
              </a:rPr>
              <a:t>Before 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97570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Manual data analysis with slow turnaround times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Reactive decision-making based on historical reports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High operational costs from repetitive human tasks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Limited personalization in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554480"/>
            <a:ext cx="5432907" cy="47548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255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4467" y="1737360"/>
            <a:ext cx="49757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551D9"/>
                </a:solidFill>
                <a:latin typeface="Calibri"/>
              </a:rPr>
              <a:t>After AI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4467" y="2286000"/>
            <a:ext cx="497570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Real-time predictive analytics driving proactive strategy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Automated workflows reducing processing time by 60 percent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Lower costs through intelligent resource allocation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Hyper-personalized customer engagement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Artificial Intelligence: Transforming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04 / 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71B21"/>
                </a:solidFill>
                <a:latin typeface="Calibri"/>
              </a:rPr>
              <a:t>Sources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8585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PwC AI Impact Report â€” Sizing the Prize: PwC's Global AI Study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Consumer Technology Association â€” AI Consumer Adoption Survey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PwC Global AI Study â€” Sizing the Prize: PwC's Global AI Study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Consumer Technology Association â€” AI Consumer Adoption Survey 2024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McKinsey Global Institute â€” The State of AI in 2023: Generative AI's Breakout Year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551D9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71B21"/>
                </a:solidFill>
                <a:latin typeface="Calibri"/>
              </a:rPr>
              <a:t>International Data Corporation â€” Worldwide Artificial Intelligence Spending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Artificial Intelligence: Transforming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05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